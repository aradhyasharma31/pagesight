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105156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◉</a:t>
            </a:r>
            <a:endParaRPr lang="en-US" sz="187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MONITORING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PageSight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2926080" cy="0"/>
          </a:xfrm>
          <a:prstGeom prst="line">
            <a:avLst/>
          </a:prstGeom>
          <a:noFill/>
          <a:ln w="19050">
            <a:solidFill>
              <a:srgbClr val="4C58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5262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Solo Project  •  UID 25MCC20042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  •  React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!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394960" cy="3063240"/>
          </a:xfrm>
          <a:prstGeom prst="roundRect">
            <a:avLst>
              <a:gd name="adj" fmla="val 2985"/>
            </a:avLst>
          </a:prstGeom>
          <a:solidFill>
            <a:srgbClr val="F7F9FC"/>
          </a:solidFill>
        </p:spPr>
      </p:sp>
      <p:sp>
        <p:nvSpPr>
          <p:cNvPr id="6" name="Text 4"/>
          <p:cNvSpPr/>
          <p:nvPr/>
        </p:nvSpPr>
        <p:spPr>
          <a:xfrm>
            <a:off x="77724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4350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Tracking changes on a webpage today means manually writing and maintaining CSS selectors, a task that requires technical knowledge most users don’t have.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4350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Selectors break silently when a site’s layout changes, so monitors quietly stop working without any warning.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4350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tools are fragmented, there is no single place to configure, track, and review monitored content and its history.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577840" cy="3063240"/>
          </a:xfrm>
          <a:prstGeom prst="roundRect">
            <a:avLst>
              <a:gd name="adj" fmla="val 2985"/>
            </a:avLst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6446520" y="16002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PageSight Approach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057400"/>
            <a:ext cx="493776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any element on a live page with a single click, no CSS knowledge needed.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Automatically monitor the selected content on a schedule and detect changes as they happen.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Notify users instantly and centralize every monitor in one dashboard with usage statistics.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11274552" cy="1463040"/>
          </a:xfrm>
          <a:prstGeom prst="roundRect">
            <a:avLst>
              <a:gd name="adj" fmla="val 6250"/>
            </a:avLst>
          </a:prstGeom>
          <a:solidFill>
            <a:srgbClr val="CADCFC"/>
          </a:solidFill>
        </p:spPr>
      </p:sp>
      <p:sp>
        <p:nvSpPr>
          <p:cNvPr id="12" name="Text 10"/>
          <p:cNvSpPr/>
          <p:nvPr/>
        </p:nvSpPr>
        <p:spPr>
          <a:xfrm>
            <a:off x="777240" y="48463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Cases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193792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prices  •  Documentation updates  •  Job postings  •  News articles  •  Blog updates  •  Key webpage content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PageSight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⚙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822960" y="18745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</a:t>
            </a:r>
            <a:endParaRPr lang="en-US" sz="1690" dirty="0"/>
          </a:p>
        </p:txBody>
      </p:sp>
      <p:sp>
        <p:nvSpPr>
          <p:cNvPr id="8" name="Text 6"/>
          <p:cNvSpPr/>
          <p:nvPr/>
        </p:nvSpPr>
        <p:spPr>
          <a:xfrm>
            <a:off x="1600200" y="1892808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Spring Boot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225856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7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4663440" cy="0"/>
          </a:xfrm>
          <a:prstGeom prst="line">
            <a:avLst/>
          </a:prstGeom>
          <a:noFill/>
          <a:ln w="12700">
            <a:solidFill>
              <a:srgbClr val="D6DE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26080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350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APIs, monitoring services, scheduling, and core application logic.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874520"/>
            <a:ext cx="594360" cy="5943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4" name="Text 12"/>
          <p:cNvSpPr/>
          <p:nvPr/>
        </p:nvSpPr>
        <p:spPr>
          <a:xfrm>
            <a:off x="6583680" y="18745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</a:t>
            </a:r>
            <a:endParaRPr lang="en-US" sz="1690" dirty="0"/>
          </a:p>
        </p:txBody>
      </p:sp>
      <p:sp>
        <p:nvSpPr>
          <p:cNvPr id="15" name="Text 13"/>
          <p:cNvSpPr/>
          <p:nvPr/>
        </p:nvSpPr>
        <p:spPr>
          <a:xfrm>
            <a:off x="7360920" y="1892808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React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60920" y="225856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7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2743200"/>
            <a:ext cx="4663440" cy="0"/>
          </a:xfrm>
          <a:prstGeom prst="line">
            <a:avLst/>
          </a:prstGeom>
          <a:noFill/>
          <a:ln w="12700">
            <a:solidFill>
              <a:srgbClr val="D6DE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926080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350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Dashboard, popup interface, and the visual element selector.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</p:spPr>
      </p:sp>
      <p:sp>
        <p:nvSpPr>
          <p:cNvPr id="20" name="Text 18"/>
          <p:cNvSpPr/>
          <p:nvPr/>
        </p:nvSpPr>
        <p:spPr>
          <a:xfrm>
            <a:off x="822960" y="4160520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external libraries beyond the core Spring Boot and React frameworks are used in this implementation.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5212080"/>
            <a:ext cx="3535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7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5486400"/>
            <a:ext cx="3535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50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APIs, scheduling, persistence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267200" y="5212080"/>
            <a:ext cx="3535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7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67200" y="5486400"/>
            <a:ext cx="3535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50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Dashboard, popup, visual selector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077200" y="5212080"/>
            <a:ext cx="3535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7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77200" y="5486400"/>
            <a:ext cx="3535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50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Clean, dependency-light codebase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PageSight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What’s Completed So Far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7" name="Text 5"/>
          <p:cNvSpPr/>
          <p:nvPr/>
        </p:nvSpPr>
        <p:spPr>
          <a:xfrm>
            <a:off x="685800" y="16459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1234440" y="155448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&amp; User Management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194767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350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JWT-based auth with BCrypt encryption; login &amp; registration UI.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</p:spPr>
      </p:sp>
      <p:sp>
        <p:nvSpPr>
          <p:cNvPr id="11" name="Shape 9"/>
          <p:cNvSpPr/>
          <p:nvPr/>
        </p:nvSpPr>
        <p:spPr>
          <a:xfrm>
            <a:off x="6446520" y="1645920"/>
            <a:ext cx="365760" cy="36576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12" name="Text 10"/>
          <p:cNvSpPr/>
          <p:nvPr/>
        </p:nvSpPr>
        <p:spPr>
          <a:xfrm>
            <a:off x="6446520" y="16459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6995160" y="155448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&amp; Usage Statistics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95160" y="194767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350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counts, favorites, and total checks performed, live in the UI.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</p:spPr>
      </p:sp>
      <p:sp>
        <p:nvSpPr>
          <p:cNvPr id="16" name="Shape 14"/>
          <p:cNvSpPr/>
          <p:nvPr/>
        </p:nvSpPr>
        <p:spPr>
          <a:xfrm>
            <a:off x="685800" y="3154680"/>
            <a:ext cx="365760" cy="36576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17" name="Text 15"/>
          <p:cNvSpPr/>
          <p:nvPr/>
        </p:nvSpPr>
        <p:spPr>
          <a:xfrm>
            <a:off x="685800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234440" y="306324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Management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34440" y="345643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350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Create, view, pause/resume, manual check, and delete monitors.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29260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</p:spPr>
      </p:sp>
      <p:sp>
        <p:nvSpPr>
          <p:cNvPr id="21" name="Shape 19"/>
          <p:cNvSpPr/>
          <p:nvPr/>
        </p:nvSpPr>
        <p:spPr>
          <a:xfrm>
            <a:off x="6446520" y="3154680"/>
            <a:ext cx="365760" cy="36576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22" name="Text 20"/>
          <p:cNvSpPr/>
          <p:nvPr/>
        </p:nvSpPr>
        <p:spPr>
          <a:xfrm>
            <a:off x="6446520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6995160" y="306324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Favorites System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95160" y="345643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350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 important monitors for quick access.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</p:spPr>
      </p:sp>
      <p:sp>
        <p:nvSpPr>
          <p:cNvPr id="26" name="Shape 24"/>
          <p:cNvSpPr/>
          <p:nvPr/>
        </p:nvSpPr>
        <p:spPr>
          <a:xfrm>
            <a:off x="685800" y="4663440"/>
            <a:ext cx="365760" cy="36576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27" name="Text 25"/>
          <p:cNvSpPr/>
          <p:nvPr/>
        </p:nvSpPr>
        <p:spPr>
          <a:xfrm>
            <a:off x="68580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1234440" y="457200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Change Detection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34440" y="496519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350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Scheduled checks every minute, page fetch, and change comparison.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44348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</p:spPr>
      </p:sp>
      <p:sp>
        <p:nvSpPr>
          <p:cNvPr id="31" name="Shape 29"/>
          <p:cNvSpPr/>
          <p:nvPr/>
        </p:nvSpPr>
        <p:spPr>
          <a:xfrm>
            <a:off x="6446520" y="4663440"/>
            <a:ext cx="365760" cy="365760"/>
          </a:xfrm>
          <a:prstGeom prst="ellipse">
            <a:avLst/>
          </a:prstGeom>
          <a:solidFill>
            <a:srgbClr val="2E7D32"/>
          </a:solidFill>
        </p:spPr>
      </p:sp>
      <p:sp>
        <p:nvSpPr>
          <p:cNvPr id="32" name="Text 30"/>
          <p:cNvSpPr/>
          <p:nvPr/>
        </p:nvSpPr>
        <p:spPr>
          <a:xfrm>
            <a:off x="64465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6995160" y="457200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In-App Notifications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995160" y="496519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350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Alerts on detected changes, with read/unread filtering and a badge count.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PageSight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B5651D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What’s Left To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777240" y="123444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foundation, scheduling engine, auth, notifications, and core dashboard: complete.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123444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58365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 w="12700">
            <a:solidFill>
              <a:srgbClr val="EAD9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231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○</a:t>
            </a:r>
            <a:endParaRPr lang="en-US" sz="1090" dirty="0"/>
          </a:p>
        </p:txBody>
      </p:sp>
      <p:sp>
        <p:nvSpPr>
          <p:cNvPr id="11" name="Text 9"/>
          <p:cNvSpPr/>
          <p:nvPr/>
        </p:nvSpPr>
        <p:spPr>
          <a:xfrm>
            <a:off x="731520" y="2313432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Selector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489204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350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Point-and-click element picker on the live page, currently a manual CSS-selector input.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1488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 w="12700">
            <a:solidFill>
              <a:srgbClr val="EAD9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342007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Popup Interface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926080"/>
            <a:ext cx="489204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350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 popup for quick access to favorite monitors.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○</a:t>
            </a:r>
            <a:endParaRPr lang="en-US" sz="1090" dirty="0"/>
          </a:p>
        </p:txBody>
      </p:sp>
      <p:sp>
        <p:nvSpPr>
          <p:cNvPr id="22" name="Text 20"/>
          <p:cNvSpPr/>
          <p:nvPr/>
        </p:nvSpPr>
        <p:spPr>
          <a:xfrm>
            <a:off x="731520" y="5074920"/>
            <a:ext cx="489204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316095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 w="12700">
            <a:solidFill>
              <a:srgbClr val="EAD9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5720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○</a:t>
            </a:r>
            <a:endParaRPr lang="en-US" sz="1090" dirty="0"/>
          </a:p>
        </p:txBody>
      </p:sp>
      <p:sp>
        <p:nvSpPr>
          <p:cNvPr id="26" name="Text 24"/>
          <p:cNvSpPr/>
          <p:nvPr/>
        </p:nvSpPr>
        <p:spPr>
          <a:xfrm>
            <a:off x="731520" y="4572127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Snapshot Diff Viewer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4937760"/>
            <a:ext cx="489204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350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before/after diff of exactly what changed on the monitor detail page.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PageSight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4" name="Text 2"/>
          <p:cNvSpPr/>
          <p:nvPr/>
        </p:nvSpPr>
        <p:spPr>
          <a:xfrm>
            <a:off x="1143000" y="38404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Application Walkthrough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PageSight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pic>
        <p:nvPicPr>
          <p:cNvPr id="18" name="Picture 17" descr="Screenshot 2026-09-06 1901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905" y="2132330"/>
            <a:ext cx="5332095" cy="2887345"/>
          </a:xfrm>
          <a:prstGeom prst="rect">
            <a:avLst/>
          </a:prstGeom>
        </p:spPr>
      </p:pic>
      <p:pic>
        <p:nvPicPr>
          <p:cNvPr id="19" name="Picture 18" descr="Screenshot 2026-09-06 1921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650" y="2300605"/>
            <a:ext cx="5510530" cy="2870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Application Walkthrough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PageSight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Picture 5" descr="Screenshot 2026-09-06 1922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16785"/>
            <a:ext cx="5539105" cy="2543175"/>
          </a:xfrm>
          <a:prstGeom prst="rect">
            <a:avLst/>
          </a:prstGeom>
        </p:spPr>
      </p:pic>
      <p:pic>
        <p:nvPicPr>
          <p:cNvPr id="7" name="Picture 6" descr="Screenshot 2026-09-06 1936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585" y="2216785"/>
            <a:ext cx="5584190" cy="2543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4" name="Text 2"/>
          <p:cNvSpPr/>
          <p:nvPr/>
        </p:nvSpPr>
        <p:spPr>
          <a:xfrm>
            <a:off x="1143000" y="38404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Application Walkthrough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PageSight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pic>
        <p:nvPicPr>
          <p:cNvPr id="5" name="Picture 4" descr="Screenshot 2026-09-06 1928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9250"/>
            <a:ext cx="8963025" cy="41001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2369</Words>
  <Application>WPS Presentation</Application>
  <PresentationFormat>On-screen Show (16:9)</PresentationFormat>
  <Paragraphs>160</Paragraphs>
  <Slides>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Arial</vt:lpstr>
      <vt:lpstr>Arial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Acer</cp:lastModifiedBy>
  <cp:revision>2</cp:revision>
  <dcterms:created xsi:type="dcterms:W3CDTF">2026-09-06T13:29:00Z</dcterms:created>
  <dcterms:modified xsi:type="dcterms:W3CDTF">2026-09-06T14:10:32Z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6A13E916C28A487394D47B3722EF34CF_12</vt:lpwstr>
  </property>
</Properties>
</file>